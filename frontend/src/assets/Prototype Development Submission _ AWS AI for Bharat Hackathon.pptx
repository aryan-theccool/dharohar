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Manrope SemiBold"/>
      <p:regular r:id="rId20"/>
      <p:bold r:id="rId21"/>
    </p:embeddedFont>
    <p:embeddedFont>
      <p:font typeface="Poppins"/>
      <p:regular r:id="rId22"/>
      <p:bold r:id="rId23"/>
      <p:italic r:id="rId24"/>
      <p:boldItalic r:id="rId25"/>
    </p:embeddedFont>
    <p:embeddedFont>
      <p:font typeface="Manrope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nropeSemiBold-regular.fntdata"/><Relationship Id="rId22" Type="http://schemas.openxmlformats.org/officeDocument/2006/relationships/font" Target="fonts/Poppins-regular.fntdata"/><Relationship Id="rId21" Type="http://schemas.openxmlformats.org/officeDocument/2006/relationships/font" Target="fonts/ManropeSemiBold-bold.fntdata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anrope-regular.fntdata"/><Relationship Id="rId25" Type="http://schemas.openxmlformats.org/officeDocument/2006/relationships/font" Target="fonts/Poppins-boldItalic.fntdata"/><Relationship Id="rId27" Type="http://schemas.openxmlformats.org/officeDocument/2006/relationships/font" Target="fonts/Manrope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6c7e6215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6c7e6215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6c7e6215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6c7e6215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6c7e6215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6c7e6215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c7e6215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6c7e6215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6c7e6215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6c7e6215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b91012bb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b91012b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b91012bb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cb91012bb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b91012bb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cb91012bb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b91012bb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cb91012bb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6c7e6215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6c7e6215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75" y="34469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680" y="4298160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8544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311700" y="86355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Brief about the Idea: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311700" y="863550"/>
            <a:ext cx="6267900" cy="28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Your solution should be able to explain the following: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Why AI is required in your solution?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How AWS services are used within your architecture?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ts val="1600"/>
              <a:buFont typeface="Manrope SemiBold"/>
              <a:buChar char="●"/>
            </a:pPr>
            <a:r>
              <a:rPr lang="en-GB" sz="160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What value the AI layer adds to the user experience?</a:t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60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List of features offered by the solution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>It is always better to add a few visual representations (drawings/sketches/illustrations etc.) to your presentation, it adds to the power through which it reaches the audience.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Process flow diagram or Use-case diagram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434343"/>
                </a:solidFill>
                <a:latin typeface="Manrope"/>
                <a:ea typeface="Manrope"/>
                <a:cs typeface="Manrope"/>
                <a:sym typeface="Manrope"/>
              </a:rPr>
              <a:t>Add a flow diagram or a use case diagram or an architecture diagram.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Wireframes/Mock diagrams of the proposed solution 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Architecture diagram of the proposed solution: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Technologies utilized in the solution: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Estimated implementation cost (optional):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2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2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Snapshots of the prototype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3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Prototype Performance report/Benchmarking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4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4"/>
          <p:cNvSpPr txBox="1"/>
          <p:nvPr/>
        </p:nvSpPr>
        <p:spPr>
          <a:xfrm>
            <a:off x="311700" y="863550"/>
            <a:ext cx="7531800" cy="3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Additional Details/Future Development (if any)</a:t>
            </a: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5" title="Artboarddfghjk – 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5"/>
          <p:cNvSpPr txBox="1"/>
          <p:nvPr/>
        </p:nvSpPr>
        <p:spPr>
          <a:xfrm>
            <a:off x="311700" y="863550"/>
            <a:ext cx="75318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lang="en-GB" sz="1700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Prototype Assets:</a:t>
            </a:r>
            <a:endParaRPr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382950" y="1391326"/>
            <a:ext cx="7531800" cy="7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GitHub Public Repository Link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Demo Video Link (Max: 3 Minutes)</a:t>
            </a:r>
            <a:endParaRPr b="1" sz="170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6" title="AI for Bharddat BANNER – 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